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  <p:sldId id="267" r:id="rId13"/>
    <p:sldId id="275" r:id="rId14"/>
    <p:sldId id="276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10" d="100"/>
          <a:sy n="110" d="100"/>
        </p:scale>
        <p:origin x="246" y="-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9750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010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4519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5001768"/>
            <a:ext cx="9144000" cy="12801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5943600" y="128016"/>
            <a:ext cx="3200400" cy="4873752"/>
          </a:xfrm>
          <a:prstGeom prst="rect">
            <a:avLst/>
          </a:prstGeom>
          <a:solidFill>
            <a:srgbClr val="0A7EA4">
              <a:alpha val="20000"/>
            </a:srgbClr>
          </a:solidFill>
          <a:ln w="12700">
            <a:solidFill>
              <a:srgbClr val="0A7EA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858000" y="128016"/>
            <a:ext cx="2286000" cy="4873752"/>
          </a:xfrm>
          <a:prstGeom prst="rect">
            <a:avLst/>
          </a:prstGeom>
          <a:solidFill>
            <a:srgbClr val="0A7EA4">
              <a:alpha val="35000"/>
            </a:srgbClr>
          </a:solidFill>
          <a:ln w="12700">
            <a:solidFill>
              <a:srgbClr val="0A7EA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512064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Estratégias, Stubs, Drivers e Boas Práticas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3977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5º Período – Sistemas de Informação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Introdução ao Tema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54864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21792" y="7132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precisamos testar a integração?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188720"/>
            <a:ext cx="3450741" cy="9966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55529" cy="99669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39496" y="1188720"/>
            <a:ext cx="3813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O Problema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9496" y="1536192"/>
            <a:ext cx="381304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funcionam separados... mas e juntos?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188720"/>
            <a:ext cx="3707796" cy="9966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617720" y="1188720"/>
            <a:ext cx="59666" cy="996696"/>
          </a:xfrm>
          <a:prstGeom prst="rect">
            <a:avLst/>
          </a:prstGeom>
          <a:solidFill>
            <a:srgbClr val="13A7D4"/>
          </a:solidFill>
          <a:ln w="12700">
            <a:solidFill>
              <a:srgbClr val="13A7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745736" y="1188720"/>
            <a:ext cx="3813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3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A Realidade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45736" y="1536192"/>
            <a:ext cx="381304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reais são compostos de vários módulos integrados.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017520"/>
            <a:ext cx="3693728" cy="851543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11480" y="3017520"/>
            <a:ext cx="55697" cy="876673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39496" y="3017520"/>
            <a:ext cx="3813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O Risco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9496" y="3364992"/>
            <a:ext cx="381304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de integração são difíceis de detectar e caros de corrigir.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3017520"/>
            <a:ext cx="3813048" cy="876673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4617720" y="3017520"/>
            <a:ext cx="61359" cy="876673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745736" y="3017520"/>
            <a:ext cx="3813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 Solução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45736" y="3364992"/>
            <a:ext cx="381304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Integração verifica a comunicação entre os módulos.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Teste de Integração?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54864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21792" y="7132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e conceito central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832104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48640" y="111556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processo de testar se dois ou mais módulos funcionam corretamente quando combinados.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430801"/>
            <a:ext cx="7415272" cy="213355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48640" y="2176272"/>
            <a:ext cx="813816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além do teste unitário: valida a comunicação entre componentes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interfaces, trocas de dados e fluxos de controle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 erros de integração que testes unitários não detectam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ser feito de forma incremental (gradual) ou de uma vez (big bang)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testar se o módulo de Login comunica corretamente com o banco de dados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é Importante?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54864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21792" y="7132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real na qualidade do software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143000"/>
            <a:ext cx="2697480" cy="146304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11480" y="11887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11480" y="193852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bugs em software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de integração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4408" y="1143000"/>
            <a:ext cx="2697480" cy="146304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264408" y="11887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64408" y="193852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caro corrigir um bug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a entrega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17336" y="1143000"/>
            <a:ext cx="2697480" cy="1463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117336" y="11887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linha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117336" y="193852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defesa após testes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unitários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743200"/>
            <a:ext cx="7504794" cy="18032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48640" y="2743200"/>
            <a:ext cx="8138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falhas silenciosas: módulos individuais passam, mas o sistema falha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contratos entre módulos (parâmetros, retornos, formatos de dados)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risco de regressão ao longo do desenvolvimento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 a confiança da equipe para evoluir o sistema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Unitário</a:t>
            </a: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Integração vs Sistema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54864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21792" y="7132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tipo de teste tem seu papel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15568"/>
          <a:ext cx="8595360" cy="33375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Unitário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7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testa?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único módulo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Comunicação entre módulos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completo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Função/classe isolada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Dois ou mais módulos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 a aplicação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 calcularDesconto()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+ Banco de Dados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Fluxo de compra completo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⚡ Muito rápido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🔄 Moderado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🐢 Mais lento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usar?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Durante o desenvolvimento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Após testes unitários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da entrega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Teste de Integração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54864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21792" y="7132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queremos descobrir?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1"/>
            <a:ext cx="2560320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2743200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65760" y="11430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Verificar Interfaces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581912"/>
            <a:ext cx="2560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Checar se os módulos passam dados corretamente entre si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82112" y="1143000"/>
            <a:ext cx="2651760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3182112" y="1143000"/>
            <a:ext cx="2743200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273552" y="11430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Validar Contratos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73552" y="1581912"/>
            <a:ext cx="2560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tipos, formatos e valores esperados nas trocas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9904" y="1143000"/>
            <a:ext cx="2596896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089904" y="1143000"/>
            <a:ext cx="2743200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181344" y="11430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Testar Fluxos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81344" y="1581912"/>
            <a:ext cx="2560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que os processos entre módulos funcionam do início ao fim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26517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2743200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65760" y="2926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 Detectar Erros de Integração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364992"/>
            <a:ext cx="2560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Achar falhas que só aparecem quando módulos interagem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82112" y="2926080"/>
            <a:ext cx="26517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3182112" y="2926080"/>
            <a:ext cx="2743200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3273552" y="2926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Aumentar Confiança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73552" y="3364992"/>
            <a:ext cx="2560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segurança à equipe para evoluir o sistema sem medo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89904" y="2926080"/>
            <a:ext cx="26517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6089904" y="2926080"/>
            <a:ext cx="2743200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181344" y="2926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Documentar Comportamentos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81344" y="3364992"/>
            <a:ext cx="2560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como os módulos devem se comunicar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Stubs e Drivers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54864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21792" y="7132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essenciais no teste incremental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3931920" cy="2746653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3931920" cy="53949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11480" y="111556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STUB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719072"/>
            <a:ext cx="3663835" cy="2168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 módulos que estão ABAIXO do módulo testado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em: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Top-Down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 do Banco de Dados retorna dados falsos enquanto o BD real não está pronto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6283" y="1115568"/>
            <a:ext cx="4117677" cy="2746653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706283" y="1115568"/>
            <a:ext cx="4117677" cy="548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892040" y="111556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DRIVER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9874" y="1719072"/>
            <a:ext cx="3836926" cy="21684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 módulos que estão ACIMA do módulo testado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em: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Bottom-Up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chama o módulo de autenticação como se fosse a interface, enquanto ela não existe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Stubs e Drivers são provisórios — devem ser descartados ao integrar os módulos reais.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Estratégias</a:t>
            </a: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Integração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54864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21792" y="7132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integrar os módulos?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402336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320040" y="1143000"/>
            <a:ext cx="73152" cy="133502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84632" y="12344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⬇️  Top-Down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" y="16459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 pelos módulos de alto nível e vai descendo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" y="21031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Stubs simulam módulos inferiores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1143000"/>
            <a:ext cx="391363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617720" y="1143000"/>
            <a:ext cx="71157" cy="1335024"/>
          </a:xfrm>
          <a:prstGeom prst="rect">
            <a:avLst/>
          </a:prstGeom>
          <a:solidFill>
            <a:srgbClr val="13A7D4"/>
          </a:solidFill>
          <a:ln w="12700">
            <a:solidFill>
              <a:srgbClr val="13A7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782312" y="12344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A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⬆️  Bottom-Up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82312" y="16459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 pelos módulos de baixo nível e sobe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82312" y="2103120"/>
            <a:ext cx="3646793" cy="346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Drivers simulam módulos superiores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391363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320040" y="3017520"/>
            <a:ext cx="71157" cy="133502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84632" y="31089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 Big Bang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" y="352044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todos os módulos de uma vez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" y="397764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Difícil de depurar erros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3017520"/>
            <a:ext cx="3913632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4617720" y="3017520"/>
            <a:ext cx="71157" cy="1335024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782312" y="31089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🥪  Sanduíche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82312" y="352044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Top-Down e Bottom-Up ao mesmo tempo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82312" y="397764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Mais equilibrado, menos espera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</a:t>
            </a: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Top-Down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54864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21792" y="7132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módulo principal aos componentes inferiores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83864" y="1115568"/>
            <a:ext cx="2194560" cy="5029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474720" y="11155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Interface (A)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0" y="2011680"/>
            <a:ext cx="2194560" cy="502920"/>
          </a:xfrm>
          <a:prstGeom prst="rect">
            <a:avLst/>
          </a:prstGeom>
          <a:solidFill>
            <a:srgbClr val="13A7D4"/>
          </a:solidFill>
          <a:ln w="12700">
            <a:solidFill>
              <a:srgbClr val="13A7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371600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Lógica (B)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2011680"/>
            <a:ext cx="2194560" cy="502920"/>
          </a:xfrm>
          <a:prstGeom prst="rect">
            <a:avLst/>
          </a:prstGeom>
          <a:solidFill>
            <a:srgbClr val="13A7D4"/>
          </a:solidFill>
          <a:ln w="12700">
            <a:solidFill>
              <a:srgbClr val="13A7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577840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Autenticação (C)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0" y="2926080"/>
            <a:ext cx="2194560" cy="502920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474720" y="2926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Banco de Dados (D)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26280" y="1618488"/>
            <a:ext cx="9144" cy="393192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 flipV="1">
            <a:off x="2520036" y="1342825"/>
            <a:ext cx="1009548" cy="675058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663440" y="1618488"/>
            <a:ext cx="2011680" cy="393192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3273934" y="2546604"/>
            <a:ext cx="345299" cy="43434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5870066" y="2926080"/>
            <a:ext cx="219456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57784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 substitui (D)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749040"/>
            <a:ext cx="5512617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11480" y="3520440"/>
            <a:ext cx="5324302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pelo módulo principal (topo da hierarquia)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Stubs para simular módulos inferiores ainda não desenvolvidos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o fluxo de controle de cima para baixo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Vantagem: detecta erros arquiteturais cedo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Desvantagem: criação de muitos stubs pode ser trabalhosa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</a:t>
            </a: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Bottom-Up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54864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21792" y="7132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módulos base aos componentes superiores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2906897"/>
            <a:ext cx="2194560" cy="502920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474720" y="293845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Interface (A)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0" y="1992817"/>
            <a:ext cx="2194560" cy="502920"/>
          </a:xfrm>
          <a:prstGeom prst="rect">
            <a:avLst/>
          </a:prstGeom>
          <a:solidFill>
            <a:srgbClr val="13A7D4"/>
          </a:solidFill>
          <a:ln w="12700">
            <a:solidFill>
              <a:srgbClr val="13A7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417320" y="19792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Lógica (B)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1973442"/>
            <a:ext cx="2194560" cy="502920"/>
          </a:xfrm>
          <a:prstGeom prst="rect">
            <a:avLst/>
          </a:prstGeom>
          <a:solidFill>
            <a:srgbClr val="13A7D4"/>
          </a:solidFill>
          <a:ln w="12700">
            <a:solidFill>
              <a:srgbClr val="13A7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577840" y="197344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Autenticação (C)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0" y="1115568"/>
            <a:ext cx="2194560" cy="5029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474720" y="11155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Banco de Dados (D)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68880" y="2834640"/>
            <a:ext cx="2194560" cy="9144"/>
          </a:xfrm>
          <a:prstGeom prst="line">
            <a:avLst/>
          </a:prstGeom>
          <a:noFill/>
          <a:ln w="254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4663440" y="2834640"/>
            <a:ext cx="2011680" cy="9144"/>
          </a:xfrm>
          <a:prstGeom prst="line">
            <a:avLst/>
          </a:prstGeom>
          <a:noFill/>
          <a:ln w="254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20040" y="1115568"/>
            <a:ext cx="219456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20040" y="11155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simula (A)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9558" y="3750958"/>
            <a:ext cx="6765921" cy="115112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11479" y="3520440"/>
            <a:ext cx="7587921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pelos módulos de mais baixo nível (base)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Drivers para simular módulos superiores que chamam os testados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componentes fundamentais antes dos de controle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Vantagem: módulos críticos (ex: BD) são testados primeiro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Desvantagem: interface só é testada ao final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</a:t>
            </a: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Big Bang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54864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21792" y="7132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de uma vez — cuidado!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8503920" cy="82296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 TODOS os módulos são integrados e testados ao mesmo tempo.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084832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20040" y="2084832"/>
            <a:ext cx="64008" cy="1737360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48056" y="2084832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Vantagens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8056" y="2432304"/>
            <a:ext cx="3858768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 de planejar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Nenhum stub ou driver necessário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Funciona em projetos muito pequenos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2084832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709160" y="2084832"/>
            <a:ext cx="64008" cy="173736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837176" y="2084832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Desvantagens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37176" y="2432304"/>
            <a:ext cx="3858768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encontrar a origem dos erros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Quando falha, não sabe qual módulo causou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Alto risco em projetos médios e grandes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Baixa cobertura de testes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4064860"/>
            <a:ext cx="850392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57200" y="40648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Use Big Bang apenas em projetos muito simples ou quando há prazo extremamente curto.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Prático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54864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21792" y="7132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Login com Banco de Dados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1920240" cy="12801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20040" y="11704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Usuário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62763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Insere login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senha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40280" y="1783080"/>
            <a:ext cx="50292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2423160" y="1143000"/>
            <a:ext cx="1920240" cy="12801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2423160" y="11704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Interface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23160" y="162763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dados para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módulo de auth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0" y="1783080"/>
            <a:ext cx="50292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4526280" y="1143000"/>
            <a:ext cx="1920240" cy="12801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526280" y="11704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Autenticação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26280" y="162763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credenciais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banco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46520" y="1783080"/>
            <a:ext cx="50292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6629400" y="1143000"/>
            <a:ext cx="1920240" cy="12801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629400" y="11704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4️⃣ Banco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29400" y="162763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se usuário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ou não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606040"/>
            <a:ext cx="8503920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84632" y="215798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testamos nessa integração?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" y="3081528"/>
            <a:ext cx="8503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320040" y="3081528"/>
            <a:ext cx="64008" cy="502920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48056" y="3081528"/>
            <a:ext cx="8339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Caso 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8056" y="3429000"/>
            <a:ext cx="83393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correto → BD retorna usuário → Interface exibe tela principal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3657600"/>
            <a:ext cx="8503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320040" y="3657600"/>
            <a:ext cx="64008" cy="50292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448056" y="3657600"/>
            <a:ext cx="8339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D94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Caso 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48056" y="4005072"/>
            <a:ext cx="83393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errada → BD retorna erro → Interface exibe 'Credenciais inválidas'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4233672"/>
            <a:ext cx="8503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320040" y="4233672"/>
            <a:ext cx="64008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448056" y="4233672"/>
            <a:ext cx="8339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Caso 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48056" y="4581144"/>
            <a:ext cx="83393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offline → Autenticação lança exceção → Interface exibe mensagem amigável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Stub do BD: simule os 3 retornos antes de conectar o banco real!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7A26C85-DFF5-451E-B91E-C3DFCE64671B}"/>
              </a:ext>
            </a:extLst>
          </p:cNvPr>
          <p:cNvSpPr txBox="1"/>
          <p:nvPr/>
        </p:nvSpPr>
        <p:spPr>
          <a:xfrm>
            <a:off x="2998977" y="300537"/>
            <a:ext cx="4143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</a:rPr>
              <a:t>Exemplo com </a:t>
            </a:r>
            <a:r>
              <a:rPr lang="pt-BR" sz="2800" dirty="0" err="1">
                <a:solidFill>
                  <a:schemeClr val="bg1"/>
                </a:solidFill>
              </a:rPr>
              <a:t>Javascript</a:t>
            </a:r>
            <a:endParaRPr lang="pt-BR" sz="2800" dirty="0">
              <a:solidFill>
                <a:schemeClr val="bg1"/>
              </a:solidFill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BB8314A1-B0A4-4669-A0DB-3BE26C6D2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173" y="1597520"/>
            <a:ext cx="2904551" cy="1727472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3F03D05D-4702-4BF0-920E-AD3A1C2847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722" y="2476842"/>
            <a:ext cx="2689053" cy="173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541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7A26C85-DFF5-451E-B91E-C3DFCE64671B}"/>
              </a:ext>
            </a:extLst>
          </p:cNvPr>
          <p:cNvSpPr txBox="1"/>
          <p:nvPr/>
        </p:nvSpPr>
        <p:spPr>
          <a:xfrm>
            <a:off x="4572000" y="754540"/>
            <a:ext cx="4143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</a:rPr>
              <a:t>Exemplo com </a:t>
            </a:r>
            <a:r>
              <a:rPr lang="pt-BR" sz="2800" dirty="0" err="1">
                <a:solidFill>
                  <a:schemeClr val="bg1"/>
                </a:solidFill>
              </a:rPr>
              <a:t>Javascript</a:t>
            </a:r>
            <a:endParaRPr lang="pt-BR" sz="2800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6B14645-D84A-4BF1-A7F7-B2CC5E2C1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119" y="290482"/>
            <a:ext cx="3248440" cy="454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625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</a:t>
            </a: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Comuns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54864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21792" y="7132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Armadilhas que todo desenvolvedor já caiu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2743200" cy="438912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65760" y="11430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Pular o teste de integração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1636776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Achar que testes unitários são suficientes. Não são!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82112" y="114300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3182112" y="1143000"/>
            <a:ext cx="2743200" cy="438912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273552" y="11430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Big Bang em projetos grandes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73552" y="1636776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Impossível saber qual módulo causou a falha.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9904" y="114300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089904" y="1143000"/>
            <a:ext cx="2743200" cy="438912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181344" y="11430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Não testar casos de erro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81344" y="1636776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só o 'caminho feliz' ignora falhas reais.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274320" y="2971800"/>
            <a:ext cx="2743200" cy="438912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65760" y="29718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Stubs mal feitos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3465576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Stubs que não simulam corretamente dão falsa sensação de segurança.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82112" y="297180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3182112" y="2971800"/>
            <a:ext cx="2743200" cy="438912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3273552" y="29718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Integrar tudo no final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73552" y="3465576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tardia acumula problemas difíceis de resolver.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89904" y="2971800"/>
            <a:ext cx="274320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0D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6089904" y="2971800"/>
            <a:ext cx="2743200" cy="438912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181344" y="29718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Falta de documentação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81344" y="3465576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contratos definidos, os módulos não se entendem.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54864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21792" y="7132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fazer um teste de integração de qualidade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161288"/>
            <a:ext cx="8503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320040" y="1161288"/>
            <a:ext cx="457200" cy="402336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20040" y="116128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116128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contratos claros entre os módulos antes de codificar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627632"/>
            <a:ext cx="8503920" cy="402336"/>
          </a:xfrm>
          <a:prstGeom prst="rect">
            <a:avLst/>
          </a:prstGeom>
          <a:solidFill>
            <a:srgbClr val="F0F6FC"/>
          </a:solidFill>
          <a:ln w="12700">
            <a:solidFill>
              <a:srgbClr val="D8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320040" y="1627632"/>
            <a:ext cx="457200" cy="402336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20040" y="162763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1627632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Integre de forma incremental — evite o Big Bang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093976"/>
            <a:ext cx="8503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320040" y="2093976"/>
            <a:ext cx="457200" cy="402336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20040" y="209397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209397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Automatize os testes de integração com ferramentas (JUnit, Postman, etc.)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2560320"/>
            <a:ext cx="8503920" cy="402336"/>
          </a:xfrm>
          <a:prstGeom prst="rect">
            <a:avLst/>
          </a:prstGeom>
          <a:solidFill>
            <a:srgbClr val="F0F6FC"/>
          </a:solidFill>
          <a:ln w="12700">
            <a:solidFill>
              <a:srgbClr val="D8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320040" y="2560320"/>
            <a:ext cx="457200" cy="402336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20040" y="256032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2560320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os casos de erro, não só o 'caminho feliz'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3026664"/>
            <a:ext cx="8503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320040" y="3026664"/>
            <a:ext cx="457200" cy="402336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320040" y="302666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8680" y="302666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stubs e drivers de qualidade — eles devem simular o comportamento real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3493008"/>
            <a:ext cx="8503920" cy="402336"/>
          </a:xfrm>
          <a:prstGeom prst="rect">
            <a:avLst/>
          </a:prstGeom>
          <a:solidFill>
            <a:srgbClr val="F0F6FC"/>
          </a:solidFill>
          <a:ln w="12700">
            <a:solidFill>
              <a:srgbClr val="D8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320040" y="3493008"/>
            <a:ext cx="457200" cy="402336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320040" y="34930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68680" y="349300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 os cenários de teste para facilitar manutenção futura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" y="3959352"/>
            <a:ext cx="8503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320040" y="3959352"/>
            <a:ext cx="457200" cy="402336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320040" y="395935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68680" y="3959352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testes de integração a cada nova funcionalidade integrada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0040" y="4425696"/>
            <a:ext cx="8503920" cy="402336"/>
          </a:xfrm>
          <a:prstGeom prst="rect">
            <a:avLst/>
          </a:prstGeom>
          <a:solidFill>
            <a:srgbClr val="F0F6FC"/>
          </a:solidFill>
          <a:ln w="12700">
            <a:solidFill>
              <a:srgbClr val="D8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320040" y="4425696"/>
            <a:ext cx="457200" cy="402336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320040" y="442569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68680" y="44256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CI/CD para rodar testes automaticamente a cada commit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da Aula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160520" cy="1188720"/>
          </a:xfrm>
          <a:prstGeom prst="rect">
            <a:avLst/>
          </a:prstGeom>
          <a:solidFill>
            <a:srgbClr val="112844"/>
          </a:solidFill>
          <a:ln w="12700">
            <a:solidFill>
              <a:srgbClr val="0A7E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29768" y="9418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O QUE 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" y="13258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a comunicação entre dois ou mais módulos do sistema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160520" cy="1188720"/>
          </a:xfrm>
          <a:prstGeom prst="rect">
            <a:avLst/>
          </a:prstGeom>
          <a:solidFill>
            <a:srgbClr val="112844"/>
          </a:solidFill>
          <a:ln w="12700">
            <a:solidFill>
              <a:srgbClr val="0A7E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864608" y="9418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OBJETIVO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64608" y="13258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erros de interface, contrato e fluxo entre módulos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194560"/>
            <a:ext cx="4160520" cy="1188720"/>
          </a:xfrm>
          <a:prstGeom prst="rect">
            <a:avLst/>
          </a:prstGeom>
          <a:solidFill>
            <a:srgbClr val="112844"/>
          </a:solidFill>
          <a:ln w="12700">
            <a:solidFill>
              <a:srgbClr val="0A7E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29768" y="22677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⬇️⬆️  ESTRATÉGIAS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" y="26517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Top-Down, Bottom-Up, Big Bang e Sanduíche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194560"/>
            <a:ext cx="4160520" cy="1188720"/>
          </a:xfrm>
          <a:prstGeom prst="rect">
            <a:avLst/>
          </a:prstGeom>
          <a:solidFill>
            <a:srgbClr val="112844"/>
          </a:solidFill>
          <a:ln w="12700">
            <a:solidFill>
              <a:srgbClr val="0A7E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864608" y="22677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🔌🚗  FERRAMENTAS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64608" y="26517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Stubs (simulam abaixo) e Drivers (simulam acima)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520440"/>
            <a:ext cx="4160520" cy="1188720"/>
          </a:xfrm>
          <a:prstGeom prst="rect">
            <a:avLst/>
          </a:prstGeom>
          <a:solidFill>
            <a:srgbClr val="112844"/>
          </a:solidFill>
          <a:ln w="12700">
            <a:solidFill>
              <a:srgbClr val="0A7E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29768" y="35935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BOA PRÁTICA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9768" y="39776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Integre de forma incremental e automatize os testes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520440"/>
            <a:ext cx="4160520" cy="1188720"/>
          </a:xfrm>
          <a:prstGeom prst="rect">
            <a:avLst/>
          </a:prstGeom>
          <a:solidFill>
            <a:srgbClr val="112844"/>
          </a:solidFill>
          <a:ln w="12700">
            <a:solidFill>
              <a:srgbClr val="0A7E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864608" y="35935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CUIDADO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64608" y="39776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confie apenas nos testes unitários — integre cedo!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54864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21792" y="7132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 a estratégia correta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8503920" cy="8046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Contexto: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115568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equipe está desenvolvendo um e-commerce. O módulo de Pagamento e o de Carrinho de Compras já estão prontos, mas a Interface ainda está sendo desenvolvida.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084832"/>
            <a:ext cx="8503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20040" y="2084832"/>
            <a:ext cx="457200" cy="7315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20040" y="2084832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208483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Qual estratégia de integração seria mais adequada para este cenário? Justifique.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907792"/>
            <a:ext cx="8503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320040" y="2907792"/>
            <a:ext cx="457200" cy="7315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20040" y="2907792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290779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Seriam necessários Stubs ou Drivers? Explique para que servem neste caso.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730752"/>
            <a:ext cx="8503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320040" y="3730752"/>
            <a:ext cx="457200" cy="7315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320040" y="3730752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8680" y="373075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Liste pelo menos 3 casos de teste que você aplicaria na integração entre o módulo de Carrinho e o de Pagamento.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57447" y="4553712"/>
            <a:ext cx="8503920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94607" y="45537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Pense em quais módulos já existem e quais precisam ser simulados.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54864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21792" y="7132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Verdadeiro ou Falso — Corrija os falsos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1371600" cy="658368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20040" y="111556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83080" y="1115568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Teste de Integração substitui o Teste Unitário."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40880" y="1115568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Eles se complementam. O unitário testa módulos isolados.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865376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20040" y="1865376"/>
            <a:ext cx="1371600" cy="658368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20040" y="1865376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83080" y="1865376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"Stubs simulam módulos superiores na hierarquia."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40880" y="1865376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Stubs simulam módulos INFERIORES (abaixo).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615184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320040" y="2615184"/>
            <a:ext cx="1371600" cy="658368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20040" y="2615184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VERDADEIRO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83080" y="2615184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integração Big Bang é difícil de depurar quando falha."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40880" y="2615184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Correto! Com tudo integrado de vez, é difícil isolar o problema.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364992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320040" y="3364992"/>
            <a:ext cx="1371600" cy="658368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320040" y="336499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VERDADEIRO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783080" y="3364992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 estratégia Bottom-Up, usa-se Drivers."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40880" y="3364992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Correto! Drivers simulam os módulos superiores ainda não prontos.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411480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320040" y="4114800"/>
            <a:ext cx="1371600" cy="658368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320040" y="411480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783080" y="411480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"Testes de integração só devem ser feitos ao final do projeto."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40880" y="411480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Devem ser feitos de forma incremental, ao longo do desenvolvimento.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54864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21792" y="7132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Prático em Dupla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8503920" cy="5486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Cenário: Sistema de Biblioteca Digital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biblioteca tem os seguintes módulos: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627632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11480" y="16276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Interface do Usuário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9568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de busca e empréstimo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627632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291840" y="16276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Motor de Busca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19568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livros por título/autor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1627632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172200" y="16276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Gestão de Estoque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72200" y="19568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disponibilidade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377440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11480" y="23774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Gestão de Usuários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7066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e autenticação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2377440"/>
            <a:ext cx="2743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3291840" y="23774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Banco de Dados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27066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 tudo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05653" y="3273552"/>
            <a:ext cx="8503920" cy="38404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42813" y="32735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para entrega: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05653" y="3730752"/>
            <a:ext cx="85039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442813" y="37307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Escolha uma estratégia de integração e justifique a escolha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05653" y="4005072"/>
            <a:ext cx="8503920" cy="237744"/>
          </a:xfrm>
          <a:prstGeom prst="rect">
            <a:avLst/>
          </a:prstGeom>
          <a:solidFill>
            <a:srgbClr val="F0F6FC"/>
          </a:solidFill>
          <a:ln w="12700">
            <a:solidFill>
              <a:srgbClr val="E0EC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442813" y="40050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Identifique quais módulos precisam de Stubs e quais precisam de Drivers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05653" y="4279392"/>
            <a:ext cx="85039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442813" y="42793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Elabore 5 casos de teste de integração para o fluxo: Buscar livro → Verificar estoque → Empréstimo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5486400" y="164592"/>
            <a:ext cx="3657600" cy="4800600"/>
          </a:xfrm>
          <a:prstGeom prst="rect">
            <a:avLst/>
          </a:prstGeom>
          <a:solidFill>
            <a:srgbClr val="0A7EA4">
              <a:alpha val="12000"/>
            </a:srgbClr>
          </a:solidFill>
          <a:ln w="12700">
            <a:solidFill>
              <a:srgbClr val="0A7EA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integração não é opcional —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onde o software realmente começa a existir.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633472"/>
            <a:ext cx="32004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Teste unitário + integração = qualidade real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23697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⬇️ Top-Down ou ⬆️ Bottom-Up — escolha com critério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6393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Stubs e 🚗 Drivers são seus aliados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041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Evite o Big Bang em projetos sérios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4439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Automatize — CI/CD é o caminho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0" y="18288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Dúvidas?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aqui para isso! 🚀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69280" y="33832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1625</Words>
  <Application>Microsoft Office PowerPoint</Application>
  <PresentationFormat>Apresentação na tela (16:9)</PresentationFormat>
  <Paragraphs>295</Paragraphs>
  <Slides>21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Teste de Integração</dc:title>
  <dc:subject>PptxGenJS Presentation</dc:subject>
  <dc:creator>PptxGenJS</dc:creator>
  <cp:lastModifiedBy>Ítalo Nunes Pereira</cp:lastModifiedBy>
  <cp:revision>7</cp:revision>
  <dcterms:created xsi:type="dcterms:W3CDTF">2026-03-18T19:56:30Z</dcterms:created>
  <dcterms:modified xsi:type="dcterms:W3CDTF">2026-03-18T23:21:59Z</dcterms:modified>
</cp:coreProperties>
</file>