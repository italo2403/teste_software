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5176D-A160-4B07-9847-D2221FBD199A}" type="datetimeFigureOut">
              <a:rPr lang="pt-BR" smtClean="0"/>
              <a:t>05/06/2022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34A90-4BAE-4B23-AA3E-543326CC5BDA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nosso pacote será:</a:t>
            </a:r>
          </a:p>
          <a:p>
            <a:r>
              <a:rPr lang="pt-BR" dirty="0" smtClean="0"/>
              <a:t>1- Investimento ( nele será criado a nossa classe principal Investimento.</a:t>
            </a:r>
            <a:r>
              <a:rPr lang="pt-BR" dirty="0" err="1" smtClean="0"/>
              <a:t>java</a:t>
            </a:r>
            <a:r>
              <a:rPr lang="pt-BR" dirty="0" smtClean="0"/>
              <a:t>)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2- Depois é só criar um teste de unidades, no </a:t>
            </a:r>
            <a:r>
              <a:rPr lang="pt-BR" dirty="0" err="1" smtClean="0"/>
              <a:t>Netbeans</a:t>
            </a:r>
            <a:r>
              <a:rPr lang="pt-BR" dirty="0" smtClean="0"/>
              <a:t> para clicar em cima do pacote principal e ir em outros e procurar por teste de unidades "Teste </a:t>
            </a:r>
            <a:r>
              <a:rPr lang="pt-BR" dirty="0" err="1" smtClean="0"/>
              <a:t>JUnit</a:t>
            </a:r>
            <a:r>
              <a:rPr lang="pt-BR" dirty="0" smtClean="0"/>
              <a:t>"  e clicar nele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3- Atribuir um nome a ele e será criado um pacote </a:t>
            </a:r>
            <a:r>
              <a:rPr lang="pt-BR" dirty="0" err="1" smtClean="0"/>
              <a:t>defalut</a:t>
            </a:r>
            <a:r>
              <a:rPr lang="pt-BR" dirty="0" smtClean="0"/>
              <a:t> com a classe criada. Ela deve ter importado alguns pacotes como </a:t>
            </a:r>
          </a:p>
          <a:p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 smtClean="0"/>
              <a:t>org.junit.After;</a:t>
            </a:r>
            <a:endParaRPr lang="pt-BR" dirty="0" smtClean="0"/>
          </a:p>
          <a:p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 smtClean="0"/>
              <a:t>org.junit.AfterClass;</a:t>
            </a:r>
            <a:endParaRPr lang="pt-BR" dirty="0" smtClean="0"/>
          </a:p>
          <a:p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 smtClean="0"/>
              <a:t>org.junit.Before;</a:t>
            </a:r>
            <a:endParaRPr lang="pt-BR" dirty="0" smtClean="0"/>
          </a:p>
          <a:p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 smtClean="0"/>
              <a:t>org.junit.BeforeClass;</a:t>
            </a:r>
            <a:endParaRPr lang="pt-BR" dirty="0" smtClean="0"/>
          </a:p>
          <a:p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 smtClean="0"/>
              <a:t>org.junit.Test;</a:t>
            </a:r>
            <a:endParaRPr lang="pt-BR" dirty="0" smtClean="0"/>
          </a:p>
          <a:p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 smtClean="0"/>
              <a:t>static</a:t>
            </a:r>
            <a:r>
              <a:rPr lang="pt-BR" dirty="0" smtClean="0"/>
              <a:t> </a:t>
            </a:r>
            <a:r>
              <a:rPr lang="pt-BR" dirty="0" err="1" smtClean="0"/>
              <a:t>org.junit.Assert.*;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4- E a classe </a:t>
            </a:r>
            <a:r>
              <a:rPr lang="pt-BR" dirty="0" err="1" smtClean="0"/>
              <a:t>public</a:t>
            </a:r>
            <a:r>
              <a:rPr lang="pt-BR" dirty="0" smtClean="0"/>
              <a:t> classe </a:t>
            </a:r>
            <a:r>
              <a:rPr lang="pt-BR" dirty="0" err="1" smtClean="0"/>
              <a:t>TestePoupanca</a:t>
            </a:r>
            <a:r>
              <a:rPr lang="pt-BR" dirty="0" smtClean="0"/>
              <a:t> será criado com esse nome, ficará assim :</a:t>
            </a:r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 </a:t>
            </a:r>
            <a:r>
              <a:rPr lang="pt-BR" dirty="0" err="1" smtClean="0"/>
              <a:t>TestePoupanca</a:t>
            </a:r>
            <a:r>
              <a:rPr lang="pt-BR" dirty="0" smtClean="0"/>
              <a:t> {</a:t>
            </a:r>
          </a:p>
          <a:p>
            <a:r>
              <a:rPr lang="pt-BR" dirty="0" smtClean="0"/>
              <a:t>    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TestePoupanca</a:t>
            </a:r>
            <a:r>
              <a:rPr lang="pt-BR" dirty="0" smtClean="0"/>
              <a:t>() {</a:t>
            </a:r>
          </a:p>
          <a:p>
            <a:r>
              <a:rPr lang="pt-BR" dirty="0" smtClean="0"/>
              <a:t>    }</a:t>
            </a:r>
          </a:p>
          <a:p>
            <a:r>
              <a:rPr lang="pt-BR" dirty="0" smtClean="0"/>
              <a:t>    @</a:t>
            </a:r>
            <a:r>
              <a:rPr lang="pt-BR" dirty="0" err="1" smtClean="0"/>
              <a:t>Test</a:t>
            </a:r>
            <a:r>
              <a:rPr lang="pt-BR" dirty="0" smtClean="0"/>
              <a:t> // A nossa anotação diz que estamos criando um teste  // unitário da nossa classe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void</a:t>
            </a:r>
            <a:r>
              <a:rPr lang="pt-BR" dirty="0" smtClean="0"/>
              <a:t> </a:t>
            </a:r>
            <a:r>
              <a:rPr lang="pt-BR" dirty="0" err="1" smtClean="0"/>
              <a:t>testIvest</a:t>
            </a:r>
            <a:r>
              <a:rPr lang="pt-BR" dirty="0" smtClean="0"/>
              <a:t>() { // testamos aqui a unidade </a:t>
            </a:r>
            <a:r>
              <a:rPr lang="pt-BR" dirty="0" err="1" smtClean="0"/>
              <a:t>testInvest</a:t>
            </a:r>
            <a:endParaRPr lang="pt-BR" dirty="0" smtClean="0"/>
          </a:p>
          <a:p>
            <a:r>
              <a:rPr lang="pt-BR" dirty="0" smtClean="0"/>
              <a:t>    Double valor =1000.00; // valor investido e que será o valor de  entrada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int</a:t>
            </a:r>
            <a:r>
              <a:rPr lang="pt-BR" dirty="0" smtClean="0"/>
              <a:t> tempo =1; //tempo de meses que ficará investido</a:t>
            </a:r>
          </a:p>
          <a:p>
            <a:r>
              <a:rPr lang="pt-BR" dirty="0" smtClean="0"/>
              <a:t>    Double  retorno = 1005.00; </a:t>
            </a:r>
          </a:p>
          <a:p>
            <a:r>
              <a:rPr lang="pt-BR" dirty="0" err="1" smtClean="0"/>
              <a:t>Poupanca</a:t>
            </a:r>
            <a:r>
              <a:rPr lang="pt-BR" dirty="0" smtClean="0"/>
              <a:t> </a:t>
            </a:r>
            <a:r>
              <a:rPr lang="pt-BR" dirty="0" err="1" smtClean="0"/>
              <a:t>poup</a:t>
            </a:r>
            <a:r>
              <a:rPr lang="pt-BR" dirty="0" smtClean="0"/>
              <a:t> = </a:t>
            </a:r>
            <a:r>
              <a:rPr lang="pt-BR" dirty="0" err="1" smtClean="0"/>
              <a:t>new</a:t>
            </a:r>
            <a:r>
              <a:rPr lang="pt-BR" dirty="0" smtClean="0"/>
              <a:t> </a:t>
            </a:r>
            <a:r>
              <a:rPr lang="pt-BR" dirty="0" err="1" smtClean="0"/>
              <a:t>Poupanca</a:t>
            </a:r>
            <a:r>
              <a:rPr lang="pt-BR" dirty="0" smtClean="0"/>
              <a:t>(valor, tempo); // criamos a classe  que não foi criada para executar e vê o nosso teste falhar</a:t>
            </a:r>
          </a:p>
          <a:p>
            <a:r>
              <a:rPr lang="pt-BR" dirty="0" err="1" smtClean="0"/>
              <a:t>assertEquals</a:t>
            </a:r>
            <a:r>
              <a:rPr lang="pt-BR" dirty="0" smtClean="0"/>
              <a:t>(retorno, </a:t>
            </a:r>
            <a:r>
              <a:rPr lang="pt-BR" dirty="0" err="1" smtClean="0"/>
              <a:t>poup</a:t>
            </a:r>
            <a:r>
              <a:rPr lang="pt-BR" dirty="0" smtClean="0"/>
              <a:t>.simulador());   // verifica se o valor 		//retornado é igual a valor de uma variável </a:t>
            </a:r>
          </a:p>
          <a:p>
            <a:r>
              <a:rPr lang="pt-BR" dirty="0" smtClean="0"/>
              <a:t>    }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Após isso iremos executar o nosso teste e verificar que ele irá realmente falhar, nisso consiste o TDD, verificar ele falhar para assim configurar ele passando. </a:t>
            </a: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Para implementar a classe poupança, basta clicar em cima do sinal em vermelho ao lado e clicar em:</a:t>
            </a:r>
          </a:p>
          <a:p>
            <a:r>
              <a:rPr lang="pt-BR" dirty="0" smtClean="0"/>
              <a:t>"Criar </a:t>
            </a:r>
            <a:r>
              <a:rPr lang="pt-BR" dirty="0" err="1" smtClean="0"/>
              <a:t>class</a:t>
            </a:r>
            <a:r>
              <a:rPr lang="pt-BR" dirty="0" smtClean="0"/>
              <a:t> "</a:t>
            </a:r>
            <a:r>
              <a:rPr lang="pt-BR" dirty="0" err="1" smtClean="0"/>
              <a:t>Poupanca</a:t>
            </a:r>
            <a:r>
              <a:rPr lang="pt-BR" dirty="0" smtClean="0"/>
              <a:t>" com construtor "</a:t>
            </a:r>
            <a:r>
              <a:rPr lang="pt-BR" dirty="0" err="1" smtClean="0"/>
              <a:t>Poupanca</a:t>
            </a:r>
            <a:r>
              <a:rPr lang="pt-BR" dirty="0" smtClean="0"/>
              <a:t>(</a:t>
            </a:r>
            <a:r>
              <a:rPr lang="pt-BR" dirty="0" err="1" smtClean="0"/>
              <a:t>java</a:t>
            </a:r>
            <a:r>
              <a:rPr lang="pt-BR" dirty="0" smtClean="0"/>
              <a:t>.</a:t>
            </a:r>
            <a:r>
              <a:rPr lang="pt-BR" dirty="0" err="1" smtClean="0"/>
              <a:t>lang</a:t>
            </a:r>
            <a:r>
              <a:rPr lang="pt-BR" dirty="0" smtClean="0"/>
              <a:t>.Double,</a:t>
            </a:r>
            <a:r>
              <a:rPr lang="pt-BR" dirty="0" err="1" smtClean="0"/>
              <a:t>int</a:t>
            </a:r>
            <a:r>
              <a:rPr lang="pt-BR" dirty="0" smtClean="0"/>
              <a:t>)" no pacote e será criado a classe, depois disto basta segurar na classe levar ela até ao pacote principal que será criado um outro pacote default com essa classe, para isso clique em </a:t>
            </a:r>
            <a:r>
              <a:rPr lang="pt-BR" dirty="0" err="1" smtClean="0"/>
              <a:t>refatorar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</a:t>
            </a:r>
            <a:r>
              <a:rPr lang="pt-BR" dirty="0" smtClean="0"/>
              <a:t>ste é o código para fazer o código passar: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Será necessário chamar o nosso método simulador que fora implementado no nosso </a:t>
            </a:r>
            <a:r>
              <a:rPr lang="pt-BR" dirty="0" err="1" smtClean="0"/>
              <a:t>Equals</a:t>
            </a:r>
            <a:r>
              <a:rPr lang="pt-BR" dirty="0" smtClean="0"/>
              <a:t> com o </a:t>
            </a:r>
            <a:r>
              <a:rPr lang="pt-BR" dirty="0" err="1" smtClean="0"/>
              <a:t>poup</a:t>
            </a:r>
            <a:r>
              <a:rPr lang="pt-BR" dirty="0" smtClean="0"/>
              <a:t>.simulador(), logo após já chamo nossas variáveis com </a:t>
            </a:r>
            <a:r>
              <a:rPr lang="pt-BR" dirty="0" err="1" smtClean="0"/>
              <a:t>private</a:t>
            </a:r>
            <a:r>
              <a:rPr lang="pt-BR" dirty="0" smtClean="0"/>
              <a:t> e referencio com o </a:t>
            </a:r>
            <a:r>
              <a:rPr lang="pt-BR" dirty="0" err="1" smtClean="0"/>
              <a:t>atribuito</a:t>
            </a:r>
            <a:r>
              <a:rPr lang="pt-BR" dirty="0" smtClean="0"/>
              <a:t> "</a:t>
            </a:r>
            <a:r>
              <a:rPr lang="pt-BR" dirty="0" err="1" smtClean="0"/>
              <a:t>this</a:t>
            </a:r>
            <a:r>
              <a:rPr lang="pt-BR" dirty="0" smtClean="0"/>
              <a:t>"</a:t>
            </a:r>
          </a:p>
          <a:p>
            <a:r>
              <a:rPr lang="pt-BR" dirty="0" smtClean="0"/>
              <a:t>Após isso nosso teste será aprovado sem falhar, mas falta ser implementado algumas funcionalidades. </a:t>
            </a:r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err="1" smtClean="0"/>
              <a:t>class</a:t>
            </a:r>
            <a:r>
              <a:rPr lang="pt-BR" dirty="0" smtClean="0"/>
              <a:t> </a:t>
            </a:r>
            <a:r>
              <a:rPr lang="pt-BR" dirty="0" err="1" smtClean="0"/>
              <a:t>Poupanca</a:t>
            </a:r>
            <a:r>
              <a:rPr lang="pt-BR" dirty="0" smtClean="0"/>
              <a:t> {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private</a:t>
            </a:r>
            <a:r>
              <a:rPr lang="pt-BR" dirty="0" smtClean="0"/>
              <a:t> Double valor;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private</a:t>
            </a:r>
            <a:r>
              <a:rPr lang="pt-BR" dirty="0" smtClean="0"/>
              <a:t> </a:t>
            </a:r>
            <a:r>
              <a:rPr lang="pt-BR" dirty="0" err="1" smtClean="0"/>
              <a:t>int</a:t>
            </a:r>
            <a:r>
              <a:rPr lang="pt-BR" dirty="0" smtClean="0"/>
              <a:t> tempo;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Poupanca</a:t>
            </a:r>
            <a:r>
              <a:rPr lang="pt-BR" dirty="0" smtClean="0"/>
              <a:t>(Double valor, </a:t>
            </a:r>
            <a:r>
              <a:rPr lang="pt-BR" dirty="0" err="1" smtClean="0"/>
              <a:t>int</a:t>
            </a:r>
            <a:r>
              <a:rPr lang="pt-BR" dirty="0" smtClean="0"/>
              <a:t> tempo) {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this</a:t>
            </a:r>
            <a:r>
              <a:rPr lang="pt-BR" dirty="0" smtClean="0"/>
              <a:t>.valor = valor;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this</a:t>
            </a:r>
            <a:r>
              <a:rPr lang="pt-BR" dirty="0" smtClean="0"/>
              <a:t>.tempo = tempo;</a:t>
            </a:r>
          </a:p>
          <a:p>
            <a:r>
              <a:rPr lang="pt-BR" dirty="0" smtClean="0"/>
              <a:t>      }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public</a:t>
            </a:r>
            <a:r>
              <a:rPr lang="pt-BR" dirty="0" smtClean="0"/>
              <a:t> Double simulador(){</a:t>
            </a:r>
          </a:p>
          <a:p>
            <a:r>
              <a:rPr lang="pt-BR" dirty="0" smtClean="0"/>
              <a:t>        </a:t>
            </a:r>
            <a:r>
              <a:rPr lang="pt-BR" dirty="0" err="1" smtClean="0"/>
              <a:t>return</a:t>
            </a:r>
            <a:r>
              <a:rPr lang="pt-BR" dirty="0" smtClean="0"/>
              <a:t> 1005.00;</a:t>
            </a:r>
          </a:p>
          <a:p>
            <a:r>
              <a:rPr lang="pt-BR" dirty="0" smtClean="0"/>
              <a:t>    }</a:t>
            </a:r>
          </a:p>
          <a:p>
            <a:r>
              <a:rPr lang="pt-BR" dirty="0" smtClean="0"/>
              <a:t>    }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Agora virá o passo principal no nosso projeto que será </a:t>
            </a:r>
            <a:r>
              <a:rPr lang="pt-BR" dirty="0" err="1" smtClean="0"/>
              <a:t>refatorar</a:t>
            </a:r>
            <a:r>
              <a:rPr lang="pt-BR" dirty="0" smtClean="0"/>
              <a:t> a nossa classe </a:t>
            </a:r>
            <a:r>
              <a:rPr lang="pt-BR" dirty="0" err="1" smtClean="0"/>
              <a:t>Poupanca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 smtClean="0"/>
              <a:t>class</a:t>
            </a:r>
            <a:r>
              <a:rPr lang="pt-BR" dirty="0" smtClean="0"/>
              <a:t> </a:t>
            </a:r>
            <a:r>
              <a:rPr lang="pt-BR" dirty="0" err="1" smtClean="0"/>
              <a:t>Poupanca</a:t>
            </a:r>
            <a:r>
              <a:rPr lang="pt-BR" dirty="0" smtClean="0"/>
              <a:t> {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private</a:t>
            </a:r>
            <a:r>
              <a:rPr lang="pt-BR" dirty="0" smtClean="0"/>
              <a:t> Double valor;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private</a:t>
            </a:r>
            <a:r>
              <a:rPr lang="pt-BR" dirty="0" smtClean="0"/>
              <a:t> </a:t>
            </a:r>
            <a:r>
              <a:rPr lang="pt-BR" dirty="0" err="1" smtClean="0"/>
              <a:t>int</a:t>
            </a:r>
            <a:r>
              <a:rPr lang="pt-BR" dirty="0" smtClean="0"/>
              <a:t> tempo;</a:t>
            </a:r>
          </a:p>
          <a:p>
            <a:r>
              <a:rPr lang="pt-BR" dirty="0" smtClean="0"/>
              <a:t>      </a:t>
            </a: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Poupanca</a:t>
            </a:r>
            <a:r>
              <a:rPr lang="pt-BR" dirty="0" smtClean="0"/>
              <a:t>(Double valor, </a:t>
            </a:r>
            <a:r>
              <a:rPr lang="pt-BR" dirty="0" err="1" smtClean="0"/>
              <a:t>int</a:t>
            </a:r>
            <a:r>
              <a:rPr lang="pt-BR" dirty="0" smtClean="0"/>
              <a:t> tempo) {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this</a:t>
            </a:r>
            <a:r>
              <a:rPr lang="pt-BR" dirty="0" smtClean="0"/>
              <a:t>.valor = valor;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this</a:t>
            </a:r>
            <a:r>
              <a:rPr lang="pt-BR" dirty="0" smtClean="0"/>
              <a:t>.tempo = tempo;</a:t>
            </a:r>
          </a:p>
          <a:p>
            <a:r>
              <a:rPr lang="pt-BR" dirty="0" smtClean="0"/>
              <a:t>     }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public</a:t>
            </a:r>
            <a:r>
              <a:rPr lang="pt-BR" dirty="0" smtClean="0"/>
              <a:t> Double simulador(){</a:t>
            </a:r>
          </a:p>
          <a:p>
            <a:r>
              <a:rPr lang="pt-BR" dirty="0" smtClean="0"/>
              <a:t>	Double total = valor;</a:t>
            </a:r>
          </a:p>
          <a:p>
            <a:r>
              <a:rPr lang="pt-BR" dirty="0" smtClean="0"/>
              <a:t>	for(</a:t>
            </a:r>
            <a:r>
              <a:rPr lang="pt-BR" dirty="0" err="1" smtClean="0"/>
              <a:t>int</a:t>
            </a:r>
            <a:r>
              <a:rPr lang="pt-BR" dirty="0" smtClean="0"/>
              <a:t> i=0; i &lt; tempo; i++);</a:t>
            </a:r>
          </a:p>
          <a:p>
            <a:r>
              <a:rPr lang="pt-BR" dirty="0" smtClean="0"/>
              <a:t>		total = total/100*0.5+total;</a:t>
            </a:r>
          </a:p>
          <a:p>
            <a:r>
              <a:rPr lang="pt-BR" dirty="0" smtClean="0"/>
              <a:t>        </a:t>
            </a:r>
            <a:r>
              <a:rPr lang="pt-BR" dirty="0" err="1" smtClean="0"/>
              <a:t>return</a:t>
            </a:r>
            <a:r>
              <a:rPr lang="pt-BR" dirty="0" smtClean="0"/>
              <a:t> total;</a:t>
            </a:r>
          </a:p>
          <a:p>
            <a:r>
              <a:rPr lang="pt-BR" dirty="0" smtClean="0"/>
              <a:t>    }</a:t>
            </a:r>
          </a:p>
          <a:p>
            <a:r>
              <a:rPr lang="pt-BR" dirty="0" smtClean="0"/>
              <a:t>    }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 Depois vou em </a:t>
            </a:r>
            <a:r>
              <a:rPr lang="pt-BR" dirty="0" err="1" smtClean="0"/>
              <a:t>testPoupanca</a:t>
            </a:r>
            <a:r>
              <a:rPr lang="pt-BR" dirty="0" smtClean="0"/>
              <a:t> e executo o arquivo para verificar se irá passar. </a:t>
            </a:r>
          </a:p>
          <a:p>
            <a:endParaRPr lang="pt-BR" dirty="0" smtClean="0"/>
          </a:p>
          <a:p>
            <a:r>
              <a:rPr lang="pt-BR" dirty="0" smtClean="0"/>
              <a:t>Esse teste irá falhar miseravelmente, pois comentemos um erro logo no início ao não atribuir o valor 1000.00 e deixamos apenas em 100.00.</a:t>
            </a:r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 Vamos analisar agora nosso retorno mudando o 1 para 3 meses e vejamos o que vai acontecer.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@</a:t>
            </a:r>
            <a:r>
              <a:rPr lang="pt-BR" dirty="0" err="1" smtClean="0"/>
              <a:t>Test</a:t>
            </a:r>
            <a:endParaRPr lang="pt-BR" dirty="0" smtClean="0"/>
          </a:p>
          <a:p>
            <a:r>
              <a:rPr lang="pt-BR" dirty="0" smtClean="0"/>
              <a:t>    </a:t>
            </a: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void</a:t>
            </a:r>
            <a:r>
              <a:rPr lang="pt-BR" dirty="0" smtClean="0"/>
              <a:t> </a:t>
            </a:r>
            <a:r>
              <a:rPr lang="pt-BR" dirty="0" err="1" smtClean="0"/>
              <a:t>testIvest</a:t>
            </a:r>
            <a:r>
              <a:rPr lang="pt-BR" dirty="0" smtClean="0"/>
              <a:t>() {</a:t>
            </a:r>
          </a:p>
          <a:p>
            <a:r>
              <a:rPr lang="pt-BR" dirty="0" smtClean="0"/>
              <a:t>    Double valor =1000.00; 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int</a:t>
            </a:r>
            <a:r>
              <a:rPr lang="pt-BR" dirty="0" smtClean="0"/>
              <a:t> tempo =3; </a:t>
            </a:r>
          </a:p>
          <a:p>
            <a:r>
              <a:rPr lang="pt-BR" dirty="0" smtClean="0"/>
              <a:t>    Double  retorno = 1005.00;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Poupanca</a:t>
            </a:r>
            <a:r>
              <a:rPr lang="pt-BR" dirty="0" smtClean="0"/>
              <a:t> </a:t>
            </a:r>
            <a:r>
              <a:rPr lang="pt-BR" dirty="0" err="1" smtClean="0"/>
              <a:t>poup</a:t>
            </a:r>
            <a:r>
              <a:rPr lang="pt-BR" dirty="0" smtClean="0"/>
              <a:t> = </a:t>
            </a:r>
            <a:r>
              <a:rPr lang="pt-BR" dirty="0" err="1" smtClean="0"/>
              <a:t>new</a:t>
            </a:r>
            <a:r>
              <a:rPr lang="pt-BR" dirty="0" smtClean="0"/>
              <a:t> </a:t>
            </a:r>
            <a:r>
              <a:rPr lang="pt-BR" dirty="0" err="1" smtClean="0"/>
              <a:t>Poupanca</a:t>
            </a:r>
            <a:r>
              <a:rPr lang="pt-BR" dirty="0" smtClean="0"/>
              <a:t>(valor, tempo);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assertEquals</a:t>
            </a:r>
            <a:r>
              <a:rPr lang="pt-BR" dirty="0" smtClean="0"/>
              <a:t>(retorno, </a:t>
            </a:r>
            <a:r>
              <a:rPr lang="pt-BR" dirty="0" err="1" smtClean="0"/>
              <a:t>poup</a:t>
            </a:r>
            <a:r>
              <a:rPr lang="pt-BR" dirty="0" smtClean="0"/>
              <a:t>.simulador());  </a:t>
            </a:r>
          </a:p>
          <a:p>
            <a:r>
              <a:rPr lang="pt-BR" dirty="0" smtClean="0"/>
              <a:t>    }</a:t>
            </a: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retornará um erro para nós, pois não mudamos para  1015.075125</a:t>
            </a:r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@</a:t>
            </a:r>
            <a:r>
              <a:rPr lang="pt-BR" dirty="0" err="1" smtClean="0"/>
              <a:t>Test</a:t>
            </a:r>
            <a:endParaRPr lang="pt-BR" dirty="0" smtClean="0"/>
          </a:p>
          <a:p>
            <a:r>
              <a:rPr lang="pt-BR" dirty="0" smtClean="0"/>
              <a:t>    </a:t>
            </a:r>
            <a:r>
              <a:rPr lang="pt-BR" dirty="0" err="1" smtClean="0"/>
              <a:t>public</a:t>
            </a:r>
            <a:r>
              <a:rPr lang="pt-BR" dirty="0" smtClean="0"/>
              <a:t> </a:t>
            </a:r>
            <a:r>
              <a:rPr lang="pt-BR" dirty="0" err="1" smtClean="0"/>
              <a:t>void</a:t>
            </a:r>
            <a:r>
              <a:rPr lang="pt-BR" dirty="0" smtClean="0"/>
              <a:t> </a:t>
            </a:r>
            <a:r>
              <a:rPr lang="pt-BR" dirty="0" err="1" smtClean="0"/>
              <a:t>testIvest</a:t>
            </a:r>
            <a:r>
              <a:rPr lang="pt-BR" dirty="0" smtClean="0"/>
              <a:t>() {</a:t>
            </a:r>
          </a:p>
          <a:p>
            <a:r>
              <a:rPr lang="pt-BR" dirty="0" smtClean="0"/>
              <a:t>    Double valor =1000.00;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int</a:t>
            </a:r>
            <a:r>
              <a:rPr lang="pt-BR" dirty="0" smtClean="0"/>
              <a:t> tempo =3;</a:t>
            </a:r>
          </a:p>
          <a:p>
            <a:r>
              <a:rPr lang="pt-BR" dirty="0" smtClean="0"/>
              <a:t>    Double  retorno = 1015.075125;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Poupanca</a:t>
            </a:r>
            <a:r>
              <a:rPr lang="pt-BR" dirty="0" smtClean="0"/>
              <a:t> </a:t>
            </a:r>
            <a:r>
              <a:rPr lang="pt-BR" dirty="0" err="1" smtClean="0"/>
              <a:t>poup</a:t>
            </a:r>
            <a:r>
              <a:rPr lang="pt-BR" dirty="0" smtClean="0"/>
              <a:t> = </a:t>
            </a:r>
            <a:r>
              <a:rPr lang="pt-BR" dirty="0" err="1" smtClean="0"/>
              <a:t>new</a:t>
            </a:r>
            <a:r>
              <a:rPr lang="pt-BR" dirty="0" smtClean="0"/>
              <a:t> </a:t>
            </a:r>
            <a:r>
              <a:rPr lang="pt-BR" dirty="0" err="1" smtClean="0"/>
              <a:t>Poupanca</a:t>
            </a:r>
            <a:r>
              <a:rPr lang="pt-BR" dirty="0" smtClean="0"/>
              <a:t>(valor, tempo);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assertEquals</a:t>
            </a:r>
            <a:r>
              <a:rPr lang="pt-BR" dirty="0" smtClean="0"/>
              <a:t>(retorno, </a:t>
            </a:r>
            <a:r>
              <a:rPr lang="pt-BR" dirty="0" err="1" smtClean="0"/>
              <a:t>poup</a:t>
            </a:r>
            <a:r>
              <a:rPr lang="pt-BR" dirty="0" smtClean="0"/>
              <a:t>.simulador</a:t>
            </a:r>
          </a:p>
          <a:p>
            <a:r>
              <a:rPr lang="pt-BR" dirty="0" smtClean="0"/>
              <a:t>    }</a:t>
            </a:r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Test</a:t>
            </a:r>
            <a:r>
              <a:rPr lang="pt-BR" dirty="0" smtClean="0"/>
              <a:t> TDD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mtClean="0"/>
              <a:t>Após executar a troca, nosso código irá passar tranquilamente. 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682</Words>
  <Application>Microsoft Office PowerPoint</Application>
  <PresentationFormat>Apresentação na tela (4:3)</PresentationFormat>
  <Paragraphs>96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Tema do Office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  <vt:lpstr>Test TDD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TDD</dc:title>
  <dc:creator>Usuário do Windows</dc:creator>
  <cp:lastModifiedBy>Usuário do Windows</cp:lastModifiedBy>
  <cp:revision>1</cp:revision>
  <dcterms:created xsi:type="dcterms:W3CDTF">2022-06-06T01:19:31Z</dcterms:created>
  <dcterms:modified xsi:type="dcterms:W3CDTF">2022-06-06T01:28:57Z</dcterms:modified>
</cp:coreProperties>
</file>